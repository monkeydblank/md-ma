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72557005-248B-4733-BA32-FCEC58FEEB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E96B603-2537-412A-B07A-00E7E3D96228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8953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770C2CF-7876-457E-95BB-84EB250AA75F}"/>
              </a:ext>
            </a:extLst>
          </p:cNvPr>
          <p:cNvSpPr>
            <a:spLocks noGrp="1"/>
          </p:cNvSpPr>
          <p:nvPr/>
        </p:nvSpPr>
        <p:spPr>
          <a:xfrm>
            <a:off x="475807" y="847725"/>
            <a:ext cx="8001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25F0A7D-5CF4-4551-86E6-8B639480E998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6DEE8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Wir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arbeiten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lokal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mit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Agenten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, um Recherche,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Bewertung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und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Konsolidierung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der JSON-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Daten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deutlich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lang="de-DE"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stärker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zu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D6DEE8"/>
                </a:solidFill>
                <a:latin typeface="Aptos"/>
                <a:ea typeface="Aptos"/>
                <a:cs typeface="Aptos"/>
              </a:rPr>
              <a:t>automatisieren</a:t>
            </a:r>
            <a:r>
              <a:rPr sz="1650" b="0" dirty="0">
                <a:solidFill>
                  <a:srgbClr val="D6DEE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5361637-EACA-4780-9737-0EC409FAE964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2857500" cy="123825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28E148-B5A0-497F-9F4A-22012C9C1F61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2400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A4AC9C9-B319-42AA-963D-F66A040871F5}"/>
              </a:ext>
            </a:extLst>
          </p:cNvPr>
          <p:cNvSpPr>
            <a:spLocks noGrp="1"/>
          </p:cNvSpPr>
          <p:nvPr/>
        </p:nvSpPr>
        <p:spPr>
          <a:xfrm>
            <a:off x="800100" y="39243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bewertete</a:t>
            </a:r>
            <a:r>
              <a:rPr sz="120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</a:t>
            </a:r>
            <a:r>
              <a:rPr lang="de-DE" sz="120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Qualitätssiegel</a:t>
            </a:r>
            <a:endParaRPr sz="1200" b="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12346BF-1BC2-431B-AEE8-C52A8C1C951E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2857500" cy="123825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371B7D6-014A-4E54-A0ED-46934A36C358}"/>
              </a:ext>
            </a:extLst>
          </p:cNvPr>
          <p:cNvSpPr>
            <a:spLocks noGrp="1"/>
          </p:cNvSpPr>
          <p:nvPr/>
        </p:nvSpPr>
        <p:spPr>
          <a:xfrm>
            <a:off x="3943350" y="3333750"/>
            <a:ext cx="2400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CC9292-0EEE-4714-A9F0-D19152590A3A}"/>
              </a:ext>
            </a:extLst>
          </p:cNvPr>
          <p:cNvSpPr>
            <a:spLocks noGrp="1"/>
          </p:cNvSpPr>
          <p:nvPr/>
        </p:nvSpPr>
        <p:spPr>
          <a:xfrm>
            <a:off x="3943350" y="39243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Lieferketten</a:t>
            </a:r>
            <a:r>
              <a:rPr sz="120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-Pilo</a:t>
            </a:r>
            <a:r>
              <a:rPr lang="de-DE"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tfälle</a:t>
            </a:r>
            <a:endParaRPr sz="1200" b="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BC18AC4-5690-4362-95F0-EF9D5ED86BDA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2857500" cy="123825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88DDE94-C736-431D-B485-F8C7ADC58384}"/>
              </a:ext>
            </a:extLst>
          </p:cNvPr>
          <p:cNvSpPr>
            <a:spLocks noGrp="1"/>
          </p:cNvSpPr>
          <p:nvPr/>
        </p:nvSpPr>
        <p:spPr>
          <a:xfrm>
            <a:off x="7086600" y="3333750"/>
            <a:ext cx="2400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BA8B25-71F4-4465-9B9F-E7D7797EA078}"/>
              </a:ext>
            </a:extLst>
          </p:cNvPr>
          <p:cNvSpPr>
            <a:spLocks noGrp="1"/>
          </p:cNvSpPr>
          <p:nvPr/>
        </p:nvSpPr>
        <p:spPr>
          <a:xfrm>
            <a:off x="7086600" y="39243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relevante Glossarbegriffe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791DBA-510F-4AF6-A2D2-961D7B11EBEF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838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Scope: Nahrungsmittel und Drogerieprodukte. Notion blieb unveraendert und dient weiter nur als inhaltliche Quelle.</a:t>
            </a:r>
          </a:p>
        </p:txBody>
      </p:sp>
    </p:spTree>
    <p:extLst>
      <p:ext uri="{BB962C8B-B14F-4D97-AF65-F5344CB8AC3E}">
        <p14:creationId xmlns:p14="http://schemas.microsoft.com/office/powerpoint/2010/main" val="1997312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C8FDF1BB-7C94-41AF-BA5E-EF28544B33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2BDDF15-1224-4166-8295-E56162541855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Was lokal erweitert wurde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A8A8CF-B224-4F24-91CC-88AB3CC951EE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495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Seit der Notion-Anbindung wurde aus dem Projektstand eine belastbare lokale Datenbasis mit sauber getrennten Enddateien aufgebaut.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898086-273B-490D-988F-4F875B42E234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5334000" cy="38481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4A25033-7D8B-406B-B31F-71205A435E8B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Inhaltliche Erweiterungen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A217DEC-9DFB-448B-BFBB-D49664128889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63624B-F13E-421B-9828-702C46AC0979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495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bestehende Notion-Siegel lokal bereinigt und in ein einheitliches JSON ueberfuehrt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9AE8E2B-4FA9-4C11-BCA3-0C1717744C02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8EE500-1E7A-4D11-AF85-A874D1D2A740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495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neue Siegel im Scope Nahrung und Drogerie recherchiert, bewertet und eingearbeitet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1C2FB5A-7927-42FB-9403-F9AB8E08383C}"/>
              </a:ext>
            </a:extLst>
          </p:cNvPr>
          <p:cNvSpPr>
            <a:spLocks noGrp="1"/>
          </p:cNvSpPr>
          <p:nvPr/>
        </p:nvSpPr>
        <p:spPr>
          <a:xfrm>
            <a:off x="838200" y="411480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0459796-121F-4F04-A9D0-95120E01B54D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495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Lieferketten als Pilotbasis fuer konkrete Rohstoff- und Markenfaelle aufgebaut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2D2427-2169-4621-A63C-9ECD83B0E07F}"/>
              </a:ext>
            </a:extLst>
          </p:cNvPr>
          <p:cNvSpPr>
            <a:spLocks noGrp="1"/>
          </p:cNvSpPr>
          <p:nvPr/>
        </p:nvSpPr>
        <p:spPr>
          <a:xfrm>
            <a:off x="838200" y="474345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17EBC4B-5318-480D-89A2-563892D679B2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4953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Glossar lokal als dritte JSON sauber abgegrenzt und ausbaubar gemacht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FDABEA-6B06-4CAD-80A7-9327540035EB}"/>
              </a:ext>
            </a:extLst>
          </p:cNvPr>
          <p:cNvSpPr>
            <a:spLocks noGrp="1"/>
          </p:cNvSpPr>
          <p:nvPr/>
        </p:nvSpPr>
        <p:spPr>
          <a:xfrm>
            <a:off x="6477000" y="2019300"/>
            <a:ext cx="5143500" cy="384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C5CDEFC-CADE-492C-9F56-CA74D291D895}"/>
              </a:ext>
            </a:extLst>
          </p:cNvPr>
          <p:cNvSpPr>
            <a:spLocks noGrp="1"/>
          </p:cNvSpPr>
          <p:nvPr/>
        </p:nvSpPr>
        <p:spPr>
          <a:xfrm>
            <a:off x="6762750" y="22669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Aktueller Datenstand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F0C9B76-30E7-4208-AEDD-19C29A3076CE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Qualitaetssiegel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CB94851-B0EF-4C63-BE6B-C4E0BB46C1C2}"/>
              </a:ext>
            </a:extLst>
          </p:cNvPr>
          <p:cNvSpPr>
            <a:spLocks noGrp="1"/>
          </p:cNvSpPr>
          <p:nvPr/>
        </p:nvSpPr>
        <p:spPr>
          <a:xfrm>
            <a:off x="8915400" y="285750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11A1892-40CD-491C-A0BE-3FED26BBD236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2667000" cy="1333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AB3E9E-D325-493B-8AF5-434D8E76A587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2667000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91CDF40-16E6-4928-A4B1-3B3749A1EE37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Lieferketten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01EA954-3C5E-47E1-8354-D0FFD58FA1FC}"/>
              </a:ext>
            </a:extLst>
          </p:cNvPr>
          <p:cNvSpPr>
            <a:spLocks noGrp="1"/>
          </p:cNvSpPr>
          <p:nvPr/>
        </p:nvSpPr>
        <p:spPr>
          <a:xfrm>
            <a:off x="8915400" y="3714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BA4D358-5727-486D-99AC-C4D11345D637}"/>
              </a:ext>
            </a:extLst>
          </p:cNvPr>
          <p:cNvSpPr>
            <a:spLocks noGrp="1"/>
          </p:cNvSpPr>
          <p:nvPr/>
        </p:nvSpPr>
        <p:spPr>
          <a:xfrm>
            <a:off x="6762750" y="4038600"/>
            <a:ext cx="2667000" cy="1333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DA6EA4A-481A-42E6-ADE5-B1A158016210}"/>
              </a:ext>
            </a:extLst>
          </p:cNvPr>
          <p:cNvSpPr>
            <a:spLocks noGrp="1"/>
          </p:cNvSpPr>
          <p:nvPr/>
        </p:nvSpPr>
        <p:spPr>
          <a:xfrm>
            <a:off x="6762750" y="4038600"/>
            <a:ext cx="1123950" cy="133350"/>
          </a:xfrm>
          <a:prstGeom prst="rect">
            <a:avLst/>
          </a:prstGeom>
          <a:solidFill>
            <a:srgbClr val="5EEAD4"/>
          </a:solidFill>
          <a:ln w="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1EA08B2-F9A5-4B34-9185-A25F94BF0DE5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Glossarbegriffe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8174384-B1BD-4B2C-926C-BEC043275271}"/>
              </a:ext>
            </a:extLst>
          </p:cNvPr>
          <p:cNvSpPr>
            <a:spLocks noGrp="1"/>
          </p:cNvSpPr>
          <p:nvPr/>
        </p:nvSpPr>
        <p:spPr>
          <a:xfrm>
            <a:off x="8915400" y="457200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B7CCAC4-6CEA-4071-A497-6681C21A7818}"/>
              </a:ext>
            </a:extLst>
          </p:cNvPr>
          <p:cNvSpPr>
            <a:spLocks noGrp="1"/>
          </p:cNvSpPr>
          <p:nvPr/>
        </p:nvSpPr>
        <p:spPr>
          <a:xfrm>
            <a:off x="6762750" y="4895850"/>
            <a:ext cx="2667000" cy="1333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1404309-D794-4D5B-AEBC-3FB60260F8CC}"/>
              </a:ext>
            </a:extLst>
          </p:cNvPr>
          <p:cNvSpPr>
            <a:spLocks noGrp="1"/>
          </p:cNvSpPr>
          <p:nvPr/>
        </p:nvSpPr>
        <p:spPr>
          <a:xfrm>
            <a:off x="6762750" y="4895850"/>
            <a:ext cx="1952625" cy="133350"/>
          </a:xfrm>
          <a:prstGeom prst="rect">
            <a:avLst/>
          </a:prstGeom>
          <a:solidFill>
            <a:srgbClr val="99F6E4"/>
          </a:solidFill>
          <a:ln w="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E15F3AC-24F9-4C35-A73F-407CCF3BC45D}"/>
              </a:ext>
            </a:extLst>
          </p:cNvPr>
          <p:cNvSpPr>
            <a:spLocks noGrp="1"/>
          </p:cNvSpPr>
          <p:nvPr/>
        </p:nvSpPr>
        <p:spPr>
          <a:xfrm>
            <a:off x="6762750" y="5334000"/>
            <a:ext cx="400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Lieferketten aktuell als belastbare Pilotbasis, nicht als Vollbestand des Marktes.</a:t>
            </a:r>
          </a:p>
        </p:txBody>
      </p:sp>
    </p:spTree>
    <p:extLst>
      <p:ext uri="{BB962C8B-B14F-4D97-AF65-F5344CB8AC3E}">
        <p14:creationId xmlns:p14="http://schemas.microsoft.com/office/powerpoint/2010/main" val="1989470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05FC4ABB-51CD-45C3-94B9-898C08868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FE1786F-DFAA-4705-A3DA-836088DA7750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Prozess- und JSON-Aenderungen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A24B69F-8E01-48D5-8CD8-B48B9FE114FB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Die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lokale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Arbeitsstruktur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ist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jetzt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so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angelegt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dass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weitere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Recherchelaeufe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systematischer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und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mit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weniger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manuellem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Umbau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anschliessen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koennen</a:t>
            </a:r>
            <a:r>
              <a:rPr sz="1425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A6B40AF-7D1F-4FA5-8400-F291A6B4D273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857250" cy="857250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7DAAF8C-C3D7-4B74-B1E0-6FFAE2240872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857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8DBA3D6-33B6-46E2-A2A8-54D69E9C9A5E}"/>
              </a:ext>
            </a:extLst>
          </p:cNvPr>
          <p:cNvSpPr>
            <a:spLocks noGrp="1"/>
          </p:cNvSpPr>
          <p:nvPr/>
        </p:nvSpPr>
        <p:spPr>
          <a:xfrm>
            <a:off x="1905000" y="1962150"/>
            <a:ext cx="9144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2207F27-B36D-4AC1-A16F-F957F5320755}"/>
              </a:ext>
            </a:extLst>
          </p:cNvPr>
          <p:cNvSpPr>
            <a:spLocks noGrp="1"/>
          </p:cNvSpPr>
          <p:nvPr/>
        </p:nvSpPr>
        <p:spPr>
          <a:xfrm>
            <a:off x="2152650" y="20955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Agenten-Workflow statt Einzelrecherche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059AA1-1AD5-4207-BD7D-A4EECD29F092}"/>
              </a:ext>
            </a:extLst>
          </p:cNvPr>
          <p:cNvSpPr>
            <a:spLocks noGrp="1"/>
          </p:cNvSpPr>
          <p:nvPr/>
        </p:nvSpPr>
        <p:spPr>
          <a:xfrm>
            <a:off x="2152650" y="2362200"/>
            <a:ext cx="828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Recherche,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Bewertung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, Review und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Konsolidierung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werden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lokal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ueber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dokumentierte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Agentenlaeufe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vorbereitet</a:t>
            </a:r>
            <a:r>
              <a:rPr sz="12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D66EBE1-2DEA-45F2-A122-C6493A451CB0}"/>
              </a:ext>
            </a:extLst>
          </p:cNvPr>
          <p:cNvSpPr>
            <a:spLocks noGrp="1"/>
          </p:cNvSpPr>
          <p:nvPr/>
        </p:nvSpPr>
        <p:spPr>
          <a:xfrm>
            <a:off x="762000" y="3162300"/>
            <a:ext cx="857250" cy="857250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5B98553-376F-4CF3-8B3B-3FE743B68BE7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857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55BB347-8606-472A-9E5E-388C6F893F2B}"/>
              </a:ext>
            </a:extLst>
          </p:cNvPr>
          <p:cNvSpPr>
            <a:spLocks noGrp="1"/>
          </p:cNvSpPr>
          <p:nvPr/>
        </p:nvSpPr>
        <p:spPr>
          <a:xfrm>
            <a:off x="1905000" y="3162300"/>
            <a:ext cx="9144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68A74A0-D689-4809-93BF-024C82B250C5}"/>
              </a:ext>
            </a:extLst>
          </p:cNvPr>
          <p:cNvSpPr>
            <a:spLocks noGrp="1"/>
          </p:cNvSpPr>
          <p:nvPr/>
        </p:nvSpPr>
        <p:spPr>
          <a:xfrm>
            <a:off x="2152650" y="329565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Saubere Trennung von Werkbank und Endstand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EEB01C-4936-4567-B1D4-71FD2F076688}"/>
              </a:ext>
            </a:extLst>
          </p:cNvPr>
          <p:cNvSpPr>
            <a:spLocks noGrp="1"/>
          </p:cNvSpPr>
          <p:nvPr/>
        </p:nvSpPr>
        <p:spPr>
          <a:xfrm>
            <a:off x="2152650" y="3562350"/>
            <a:ext cx="828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Interne Arbeitsstaende liegen in data/drafts, uebergabefaehige Dateien ohne Review-Felder in data/processed.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3B8C6EC-D3E2-4083-A0AB-7D496776F552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857250" cy="857250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A1094C6-B070-44B6-AB78-16F9C1A354BF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857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D6BD99E-3A67-40F8-B703-4E29D9F5B86D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9144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DFDADD9-002C-45E9-80AB-320002BE7515}"/>
              </a:ext>
            </a:extLst>
          </p:cNvPr>
          <p:cNvSpPr>
            <a:spLocks noGrp="1"/>
          </p:cNvSpPr>
          <p:nvPr/>
        </p:nvSpPr>
        <p:spPr>
          <a:xfrm>
            <a:off x="2152650" y="44958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Leichte JSON-Erweiterungen fuer bessere Einordnung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5167183-4813-42E6-917B-87251E743539}"/>
              </a:ext>
            </a:extLst>
          </p:cNvPr>
          <p:cNvSpPr>
            <a:spLocks noGrp="1"/>
          </p:cNvSpPr>
          <p:nvPr/>
        </p:nvSpPr>
        <p:spPr>
          <a:xfrm>
            <a:off x="2152650" y="4762500"/>
            <a:ext cx="828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Vor allem bei Lieferketten kamen genauere Felder wie relevante_siegel und klare Unsicherheitslogik dazu.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B42CFC2-5527-42E4-BD05-D259F9404EAE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Ergebnis: konsistentere Daten, klarere Trennung von generischem Siegelscore und konkretem Lieferkettenfall sowie bessere Uebergabefaehigkeit fuer das App-Team.</a:t>
            </a:r>
          </a:p>
        </p:txBody>
      </p:sp>
    </p:spTree>
    <p:extLst>
      <p:ext uri="{BB962C8B-B14F-4D97-AF65-F5344CB8AC3E}">
        <p14:creationId xmlns:p14="http://schemas.microsoft.com/office/powerpoint/2010/main" val="17683883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Macintosh PowerPoint</Application>
  <DocSecurity>0</DocSecurity>
  <PresentationFormat>Breitbild</PresentationFormat>
  <Paragraphs>36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Aptos</vt:lpstr>
      <vt:lpstr>Calibri</vt:lpstr>
      <vt:lpstr>ChatGPT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Donnerhak, Tim</cp:lastModifiedBy>
  <cp:revision>2</cp:revision>
  <dcterms:created xsi:type="dcterms:W3CDTF">2026-05-12T14:06:29Z</dcterms:created>
  <dcterms:modified xsi:type="dcterms:W3CDTF">2026-05-12T14:21:05Z</dcterms:modified>
</cp:coreProperties>
</file>